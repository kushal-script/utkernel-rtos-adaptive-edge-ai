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form of the reuse claim: not that the code is tidy, but that the result was tested for what it depends on. Removing the DSP extension was expected to destroy the inversion and did not, which is how we learned it is structural to depthwise convolution rather than a gap in the kernel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RTOS-Coupled</a:t>
            </a:r>
            <a:endParaRPr lang="en-US" sz="5200" dirty="0"/>
          </a:p>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Adaptive Edge AI</a:t>
            </a:r>
            <a:endParaRPr lang="en-US" sz="52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86.1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project code MIT, kernel under T-License</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126.7</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93.4</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126.7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23.6 %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93.4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42.5 %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86.1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49.8 %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86.1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Measured cycles per layer, INT8 against FP32, with the four depthwise layers highlighted">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40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44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Controller latency per decision, demotions from full FP32 then promotions from all INT8 to the same mask">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Under live pipeline load the converged mask ran every traced inference between 98.3 and 98.8 ms, while static FP32 was over on all 45 of its.</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under live load</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2.11×</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on grids across all twelve classes. End to end through the pipeline is 98.9, 98.8 and 100 percent on three keywords and silence: no loss in the pipeline, not a better model.</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replay corpus spanning all twelve classes</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promised secure world weight isolation in section 6.6. It was cut as separable from the co-optimisation thesis, and the descope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051560"/>
            <a:ext cx="8778240" cy="6858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What this generalises to</a:t>
            </a:r>
            <a:endParaRPr lang="en-US" sz="3800" dirty="0"/>
          </a:p>
        </p:txBody>
      </p:sp>
      <p:sp>
        <p:nvSpPr>
          <p:cNvPr id="5" name="Text 3"/>
          <p:cNvSpPr txBox="1"/>
          <p:nvPr/>
        </p:nvSpPr>
        <p:spPr>
          <a:xfrm>
            <a:off x="640080" y="1847088"/>
            <a:ext cx="8778240" cy="457200"/>
          </a:xfrm>
          <a:prstGeom prst="rect">
            <a:avLst/>
          </a:prstGeom>
          <a:noFill/>
          <a:ln/>
        </p:spPr>
        <p:txBody>
          <a:bodyPr wrap="square" lIns="0" tIns="0" rIns="0" bIns="0" rtlCol="0" anchor="t"/>
          <a:lstStyle/>
          <a:p>
            <a:pPr indent="0" marL="0">
              <a:buNone/>
            </a:pPr>
            <a:r>
              <a:rPr lang="en-US" sz="1500" dirty="0">
                <a:solidFill>
                  <a:srgbClr val="CADCFC"/>
                </a:solidFill>
                <a:latin typeface="Calibri" pitchFamily="34" charset="0"/>
                <a:ea typeface="Calibri" pitchFamily="34" charset="-122"/>
                <a:cs typeface="Calibri" pitchFamily="34" charset="-120"/>
              </a:rPr>
              <a:t>The operating point is a property of relative per layer cost, and of nothing else. Three experiments pin that down.</a:t>
            </a:r>
            <a:endParaRPr lang="en-US" sz="1500" dirty="0"/>
          </a:p>
        </p:txBody>
      </p:sp>
      <p:sp>
        <p:nvSpPr>
          <p:cNvPr id="6" name="Shape 4"/>
          <p:cNvSpPr/>
          <p:nvPr/>
        </p:nvSpPr>
        <p:spPr>
          <a:xfrm>
            <a:off x="640080" y="2487168"/>
            <a:ext cx="3456432" cy="2286000"/>
          </a:xfrm>
          <a:prstGeom prst="roundRect">
            <a:avLst>
              <a:gd name="adj" fmla="val 4000"/>
            </a:avLst>
          </a:prstGeom>
          <a:solidFill>
            <a:srgbClr val="27306E"/>
          </a:solidFill>
          <a:ln/>
        </p:spPr>
      </p:sp>
      <p:sp>
        <p:nvSpPr>
          <p:cNvPr id="7" name="Text 5"/>
          <p:cNvSpPr txBox="1"/>
          <p:nvPr/>
        </p:nvSpPr>
        <p:spPr>
          <a:xfrm>
            <a:off x="914400"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Remove the DSP extension</a:t>
            </a:r>
            <a:endParaRPr lang="en-US" sz="1500" dirty="0"/>
          </a:p>
        </p:txBody>
      </p:sp>
      <p:sp>
        <p:nvSpPr>
          <p:cNvPr id="8" name="Text 6"/>
          <p:cNvSpPr txBox="1"/>
          <p:nvPr/>
        </p:nvSpPr>
        <p:spPr>
          <a:xfrm>
            <a:off x="914400"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The depthwise layers do not move, they never used the packed path. The inversion is structural to depthwise separable convolution, so it is there in MobileNet and DS-CNN alike.</a:t>
            </a:r>
            <a:endParaRPr lang="en-US" sz="1150" dirty="0"/>
          </a:p>
        </p:txBody>
      </p:sp>
      <p:sp>
        <p:nvSpPr>
          <p:cNvPr id="9" name="Shape 7"/>
          <p:cNvSpPr/>
          <p:nvPr/>
        </p:nvSpPr>
        <p:spPr>
          <a:xfrm>
            <a:off x="4352544" y="2487168"/>
            <a:ext cx="3456432" cy="2286000"/>
          </a:xfrm>
          <a:prstGeom prst="roundRect">
            <a:avLst>
              <a:gd name="adj" fmla="val 4000"/>
            </a:avLst>
          </a:prstGeom>
          <a:solidFill>
            <a:srgbClr val="27306E"/>
          </a:solidFill>
          <a:ln/>
        </p:spPr>
      </p:sp>
      <p:sp>
        <p:nvSpPr>
          <p:cNvPr id="10" name="Text 8"/>
          <p:cNvSpPr txBox="1"/>
          <p:nvPr/>
        </p:nvSpPr>
        <p:spPr>
          <a:xfrm>
            <a:off x="4626864"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Double every cycle count</a:t>
            </a:r>
            <a:endParaRPr lang="en-US" sz="1500" dirty="0"/>
          </a:p>
        </p:txBody>
      </p:sp>
      <p:sp>
        <p:nvSpPr>
          <p:cNvPr id="11" name="Text 9"/>
          <p:cNvSpPr txBox="1"/>
          <p:nvPr/>
        </p:nvSpPr>
        <p:spPr>
          <a:xfrm>
            <a:off x="4626864"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A slower clock or a thermal throttle changes whether the deadline is met, never which configuration is cheapest.</a:t>
            </a:r>
            <a:endParaRPr lang="en-US" sz="1150" dirty="0"/>
          </a:p>
        </p:txBody>
      </p:sp>
      <p:sp>
        <p:nvSpPr>
          <p:cNvPr id="12" name="Shape 10"/>
          <p:cNvSpPr/>
          <p:nvPr/>
        </p:nvSpPr>
        <p:spPr>
          <a:xfrm>
            <a:off x="8065008" y="2487168"/>
            <a:ext cx="3456432" cy="2286000"/>
          </a:xfrm>
          <a:prstGeom prst="roundRect">
            <a:avLst>
              <a:gd name="adj" fmla="val 4000"/>
            </a:avLst>
          </a:prstGeom>
          <a:solidFill>
            <a:srgbClr val="27306E"/>
          </a:solidFill>
          <a:ln/>
        </p:spPr>
      </p:sp>
      <p:sp>
        <p:nvSpPr>
          <p:cNvPr id="13" name="Text 11"/>
          <p:cNvSpPr txBox="1"/>
          <p:nvPr/>
        </p:nvSpPr>
        <p:spPr>
          <a:xfrm>
            <a:off x="8339328"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Give depthwise a kernel that wins</a:t>
            </a:r>
            <a:endParaRPr lang="en-US" sz="1500" dirty="0"/>
          </a:p>
        </p:txBody>
      </p:sp>
      <p:sp>
        <p:nvSpPr>
          <p:cNvPr id="14" name="Text 12"/>
          <p:cNvSpPr txBox="1"/>
          <p:nvPr/>
        </p:nvSpPr>
        <p:spPr>
          <a:xfrm>
            <a:off x="8339328"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Optimum collapses to plain INT8 in ten demotions. The mixed answer lasts exactly as long as the inversion, and the controller finds the new one unprompted.</a:t>
            </a:r>
            <a:endParaRPr lang="en-US" sz="1150" dirty="0"/>
          </a:p>
        </p:txBody>
      </p:sp>
      <p:sp>
        <p:nvSpPr>
          <p:cNvPr id="15" name="Text 13"/>
          <p:cNvSpPr txBox="1"/>
          <p:nvPr/>
        </p:nvSpPr>
        <p:spPr>
          <a:xfrm>
            <a:off x="640080" y="4956048"/>
            <a:ext cx="10881360" cy="45720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To port it: swap the signal source behind one interface, the model, and the test for an interesting frame. Controller, calibration, deadline logic and weight streaming are untouched.</a:t>
            </a:r>
            <a:endParaRPr lang="en-US" sz="1300" dirty="0"/>
          </a:p>
        </p:txBody>
      </p:sp>
      <p:sp>
        <p:nvSpPr>
          <p:cNvPr id="16" name="Text 14"/>
          <p:cNvSpPr txBox="1"/>
          <p:nvPr/>
        </p:nvSpPr>
        <p:spPr>
          <a:xfrm>
            <a:off x="640080" y="5440680"/>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github.com/kushal-script/utkernel-rtos-adaptive-kws</a:t>
            </a:r>
            <a:endParaRPr lang="en-US" sz="1600" dirty="0"/>
          </a:p>
        </p:txBody>
      </p:sp>
      <p:sp>
        <p:nvSpPr>
          <p:cNvPr id="17" name="Text 15"/>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Project code MIT, vendored µT-Kernel 3.0 under T-License 2.1 and 2.2   ·   reproduces every number from the board alone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RTOS-Coupled Adaptive Edge AI</dc:title>
  <dc:subject>PptxGenJS Presentation</dc:subject>
  <dc:creator>Kushal Sathyanarayan</dc:creator>
  <cp:lastModifiedBy>Kushal Sathyanarayan</cp:lastModifiedBy>
  <cp:revision>1</cp:revision>
  <dcterms:created xsi:type="dcterms:W3CDTF">2026-09-22T04:23:21Z</dcterms:created>
  <dcterms:modified xsi:type="dcterms:W3CDTF">2026-09-22T04:23:21Z</dcterms:modified>
</cp:coreProperties>
</file>