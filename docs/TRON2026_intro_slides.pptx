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source, reproducible from the board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98.2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open source, MIT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125.9</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101.5</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125.9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101.5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39.9 %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98.2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40.1 %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98.2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Users/kushalsathyanarayan/Desktop/TRON/docs/figures/layer_inversion.png">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57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32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Users/kushalsathyanarayan/Desktop/TRON/docs/figures/convergence.png">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The convergence transient and its deadline misses are reported, not hidden behind a settled average.</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in the steady state</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1.71×</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scored on pre computed feature grids. End to end accuracy through capture, gate and features is 47 to 57 percent, and at this sample size the three configurations are not statistically separable.</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wider replay corpus and a longer live phase</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listed secure world weight isolation as a stretch goal. It is not implemented, and the deviation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32588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A template, not a one off</a:t>
            </a:r>
            <a:endParaRPr lang="en-US" sz="4000" dirty="0"/>
          </a:p>
        </p:txBody>
      </p:sp>
      <p:sp>
        <p:nvSpPr>
          <p:cNvPr id="5" name="Text 3"/>
          <p:cNvSpPr txBox="1"/>
          <p:nvPr/>
        </p:nvSpPr>
        <p:spPr>
          <a:xfrm>
            <a:off x="640080" y="2286000"/>
            <a:ext cx="7680960" cy="137160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The signal source is one interface with two implementations, and the pipeline above it does not know where samples come from. The task graph and the adaptation primitives carry over to any sensor domain: vibration, audio, temperature, biosignals.</a:t>
            </a:r>
            <a:endParaRPr lang="en-US" sz="1600" dirty="0"/>
          </a:p>
        </p:txBody>
      </p:sp>
      <p:sp>
        <p:nvSpPr>
          <p:cNvPr id="6" name="Text 4"/>
          <p:cNvSpPr txBox="1"/>
          <p:nvPr/>
        </p:nvSpPr>
        <p:spPr>
          <a:xfrm>
            <a:off x="6400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98.2 ms</a:t>
            </a:r>
            <a:endParaRPr lang="en-US" sz="3200" dirty="0"/>
          </a:p>
        </p:txBody>
      </p:sp>
      <p:sp>
        <p:nvSpPr>
          <p:cNvPr id="7" name="Text 5"/>
          <p:cNvSpPr txBox="1"/>
          <p:nvPr/>
        </p:nvSpPr>
        <p:spPr>
          <a:xfrm>
            <a:off x="6400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adaptive latency</a:t>
            </a:r>
            <a:endParaRPr lang="en-US" sz="1300" dirty="0"/>
          </a:p>
        </p:txBody>
      </p:sp>
      <p:sp>
        <p:nvSpPr>
          <p:cNvPr id="8" name="Text 6"/>
          <p:cNvSpPr txBox="1"/>
          <p:nvPr/>
        </p:nvSpPr>
        <p:spPr>
          <a:xfrm>
            <a:off x="33832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1.71×</a:t>
            </a:r>
            <a:endParaRPr lang="en-US" sz="3200" dirty="0"/>
          </a:p>
        </p:txBody>
      </p:sp>
      <p:sp>
        <p:nvSpPr>
          <p:cNvPr id="9" name="Text 7"/>
          <p:cNvSpPr txBox="1"/>
          <p:nvPr/>
        </p:nvSpPr>
        <p:spPr>
          <a:xfrm>
            <a:off x="33832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longer asleep</a:t>
            </a:r>
            <a:endParaRPr lang="en-US" sz="1300" dirty="0"/>
          </a:p>
        </p:txBody>
      </p:sp>
      <p:sp>
        <p:nvSpPr>
          <p:cNvPr id="10" name="Text 8"/>
          <p:cNvSpPr txBox="1"/>
          <p:nvPr/>
        </p:nvSpPr>
        <p:spPr>
          <a:xfrm>
            <a:off x="6126480" y="3977640"/>
            <a:ext cx="2560320" cy="566928"/>
          </a:xfrm>
          <a:prstGeom prst="rect">
            <a:avLst/>
          </a:prstGeom>
          <a:noFill/>
          <a:ln/>
        </p:spPr>
        <p:txBody>
          <a:bodyPr wrap="square" lIns="0" tIns="0" rIns="0" bIns="0" rtlCol="0" anchor="t"/>
          <a:lstStyle/>
          <a:p>
            <a:pPr indent="0" marL="0">
              <a:buNone/>
            </a:pPr>
            <a:r>
              <a:rPr lang="en-US" sz="3200" b="1" dirty="0">
                <a:solidFill>
                  <a:srgbClr val="F6AE2D"/>
                </a:solidFill>
                <a:latin typeface="Cambria" pitchFamily="34" charset="0"/>
                <a:ea typeface="Cambria" pitchFamily="34" charset="-122"/>
                <a:cs typeface="Cambria" pitchFamily="34" charset="-120"/>
              </a:rPr>
              <a:t>0</a:t>
            </a:r>
            <a:endParaRPr lang="en-US" sz="3200" dirty="0"/>
          </a:p>
        </p:txBody>
      </p:sp>
      <p:sp>
        <p:nvSpPr>
          <p:cNvPr id="11" name="Text 9"/>
          <p:cNvSpPr txBox="1"/>
          <p:nvPr/>
        </p:nvSpPr>
        <p:spPr>
          <a:xfrm>
            <a:off x="6126480" y="4572000"/>
            <a:ext cx="2560320" cy="3200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dropped blocks</a:t>
            </a:r>
            <a:endParaRPr lang="en-US" sz="1300" dirty="0"/>
          </a:p>
        </p:txBody>
      </p:sp>
      <p:sp>
        <p:nvSpPr>
          <p:cNvPr id="12" name="Text 10"/>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3" name="Text 11"/>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MIT licensed   ·   builds and reproduces every number from the board alone, no external hardware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2026-08-29T18:06:46Z</dcterms:created>
  <dcterms:modified xsi:type="dcterms:W3CDTF">2026-08-29T18:06:46Z</dcterms:modified>
</cp:coreProperties>
</file>