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source, reproducible from the board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RTOS-Coupled</a:t>
            </a:r>
            <a:endParaRPr lang="en-US" sz="5200" dirty="0"/>
          </a:p>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Adaptive Edge AI</a:t>
            </a:r>
            <a:endParaRPr lang="en-US" sz="52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95.9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open source, MIT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126.0</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99.3</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126.0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23.5 %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99.3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41.0 %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95.9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43.3 %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95.9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Users/kushalsathyanarayan/Desktop/TRON/docs/figures/layer_inversion.png">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43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38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Users/kushalsathyanarayan/Desktop/TRON/docs/figures/convergence.png">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Under live pipeline load the converged mask ran every traced inference at 101 ms, while static FP32 was over on all 45 of its.</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under live load</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1.84×</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scored on pre computed feature grids. End to end accuracy through capture, gate and features is 47 to 57 percent, and at this sample size the three configurations are not statistically separable.</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wider replay corpus and a longer live phase</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promised secure world weight isolation in section 6.6. It was cut as separable from the co-optimisation thesis, and the descope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32588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A template, not a one off</a:t>
            </a:r>
            <a:endParaRPr lang="en-US" sz="4000" dirty="0"/>
          </a:p>
        </p:txBody>
      </p:sp>
      <p:sp>
        <p:nvSpPr>
          <p:cNvPr id="5" name="Text 3"/>
          <p:cNvSpPr txBox="1"/>
          <p:nvPr/>
        </p:nvSpPr>
        <p:spPr>
          <a:xfrm>
            <a:off x="640080" y="2286000"/>
            <a:ext cx="7680960" cy="137160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The signal source is one interface with two implementations, and the pipeline above it does not know where samples come from. The task graph and the adaptation primitives carry over to any sensor domain: vibration, audio, temperature, biosignals.</a:t>
            </a:r>
            <a:endParaRPr lang="en-US" sz="1600" dirty="0"/>
          </a:p>
        </p:txBody>
      </p:sp>
      <p:sp>
        <p:nvSpPr>
          <p:cNvPr id="6" name="Text 4"/>
          <p:cNvSpPr txBox="1"/>
          <p:nvPr/>
        </p:nvSpPr>
        <p:spPr>
          <a:xfrm>
            <a:off x="6400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95.9 ms</a:t>
            </a:r>
            <a:endParaRPr lang="en-US" sz="3200" dirty="0"/>
          </a:p>
        </p:txBody>
      </p:sp>
      <p:sp>
        <p:nvSpPr>
          <p:cNvPr id="7" name="Text 5"/>
          <p:cNvSpPr txBox="1"/>
          <p:nvPr/>
        </p:nvSpPr>
        <p:spPr>
          <a:xfrm>
            <a:off x="6400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adaptive latency</a:t>
            </a:r>
            <a:endParaRPr lang="en-US" sz="1300" dirty="0"/>
          </a:p>
        </p:txBody>
      </p:sp>
      <p:sp>
        <p:nvSpPr>
          <p:cNvPr id="8" name="Text 6"/>
          <p:cNvSpPr txBox="1"/>
          <p:nvPr/>
        </p:nvSpPr>
        <p:spPr>
          <a:xfrm>
            <a:off x="33832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1.84×</a:t>
            </a:r>
            <a:endParaRPr lang="en-US" sz="3200" dirty="0"/>
          </a:p>
        </p:txBody>
      </p:sp>
      <p:sp>
        <p:nvSpPr>
          <p:cNvPr id="9" name="Text 7"/>
          <p:cNvSpPr txBox="1"/>
          <p:nvPr/>
        </p:nvSpPr>
        <p:spPr>
          <a:xfrm>
            <a:off x="33832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longer asleep</a:t>
            </a:r>
            <a:endParaRPr lang="en-US" sz="1300" dirty="0"/>
          </a:p>
        </p:txBody>
      </p:sp>
      <p:sp>
        <p:nvSpPr>
          <p:cNvPr id="10" name="Text 8"/>
          <p:cNvSpPr txBox="1"/>
          <p:nvPr/>
        </p:nvSpPr>
        <p:spPr>
          <a:xfrm>
            <a:off x="61264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0</a:t>
            </a:r>
            <a:endParaRPr lang="en-US" sz="3200" dirty="0"/>
          </a:p>
        </p:txBody>
      </p:sp>
      <p:sp>
        <p:nvSpPr>
          <p:cNvPr id="11" name="Text 9"/>
          <p:cNvSpPr txBox="1"/>
          <p:nvPr/>
        </p:nvSpPr>
        <p:spPr>
          <a:xfrm>
            <a:off x="61264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dropped blocks</a:t>
            </a:r>
            <a:endParaRPr lang="en-US" sz="1300" dirty="0"/>
          </a:p>
        </p:txBody>
      </p:sp>
      <p:sp>
        <p:nvSpPr>
          <p:cNvPr id="12" name="Text 10"/>
          <p:cNvSpPr txBox="1"/>
          <p:nvPr/>
        </p:nvSpPr>
        <p:spPr>
          <a:xfrm>
            <a:off x="640080" y="5440680"/>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github.com/kushal-script/utkernel-rtos-adaptive-kws</a:t>
            </a:r>
            <a:endParaRPr lang="en-US" sz="1600" dirty="0"/>
          </a:p>
        </p:txBody>
      </p:sp>
      <p:sp>
        <p:nvSpPr>
          <p:cNvPr id="13" name="Text 11"/>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MIT licensed   ·   builds and reproduces every number from the board alone, no external hardware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RTOS-Coupled Adaptive Edge AI</dc:title>
  <dc:subject>PptxGenJS Presentation</dc:subject>
  <dc:creator>Kushal Sathyanarayan</dc:creator>
  <cp:lastModifiedBy>Kushal Sathyanarayan</cp:lastModifiedBy>
  <cp:revision>1</cp:revision>
  <dcterms:created xsi:type="dcterms:W3CDTF">2026-09-06T16:38:03Z</dcterms:created>
  <dcterms:modified xsi:type="dcterms:W3CDTF">2026-09-06T16:38:03Z</dcterms:modified>
</cp:coreProperties>
</file>