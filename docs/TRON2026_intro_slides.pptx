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form of the reuse claim: not that the code is tidy, but that the result was tested for what it depends on. Removing the DSP extension was expected to destroy the inversion and did not, which is how we learned it is structural to depthwise convolution rather than a gap in the kernel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95.9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open source, MIT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126.0</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99.3</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126.0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99.3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41.0 %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95.9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43.3 %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95.9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Users/kushalsathyanarayan/Desktop/TRON/docs/figures/layer_inversion.png">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43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38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Users/kushalsathyanarayan/Desktop/TRON/docs/figures/convergence.png">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at 101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1.84×</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scored on pre computed feature grids. End to end accuracy through capture, gate and features is 47 to 57 percent, and at this sample size the three configurations are not statistically separable.</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wider replay corpus and a longer live phase</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051560"/>
            <a:ext cx="877824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What this generalises to</a:t>
            </a:r>
            <a:endParaRPr lang="en-US" sz="3800" dirty="0"/>
          </a:p>
        </p:txBody>
      </p:sp>
      <p:sp>
        <p:nvSpPr>
          <p:cNvPr id="5" name="Text 3"/>
          <p:cNvSpPr txBox="1"/>
          <p:nvPr/>
        </p:nvSpPr>
        <p:spPr>
          <a:xfrm>
            <a:off x="640080" y="1847088"/>
            <a:ext cx="8778240" cy="45720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operating point is a property of relative per layer cost, and of nothing else. Three experiments pin that down.</a:t>
            </a:r>
            <a:endParaRPr lang="en-US" sz="1500" dirty="0"/>
          </a:p>
        </p:txBody>
      </p:sp>
      <p:sp>
        <p:nvSpPr>
          <p:cNvPr id="6" name="Shape 4"/>
          <p:cNvSpPr/>
          <p:nvPr/>
        </p:nvSpPr>
        <p:spPr>
          <a:xfrm>
            <a:off x="640080" y="2487168"/>
            <a:ext cx="3456432" cy="2286000"/>
          </a:xfrm>
          <a:prstGeom prst="roundRect">
            <a:avLst>
              <a:gd name="adj" fmla="val 4000"/>
            </a:avLst>
          </a:prstGeom>
          <a:solidFill>
            <a:srgbClr val="27306E"/>
          </a:solidFill>
          <a:ln/>
        </p:spPr>
      </p:sp>
      <p:sp>
        <p:nvSpPr>
          <p:cNvPr id="7" name="Text 5"/>
          <p:cNvSpPr txBox="1"/>
          <p:nvPr/>
        </p:nvSpPr>
        <p:spPr>
          <a:xfrm>
            <a:off x="914400"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Remove the DSP extension</a:t>
            </a:r>
            <a:endParaRPr lang="en-US" sz="1500" dirty="0"/>
          </a:p>
        </p:txBody>
      </p:sp>
      <p:sp>
        <p:nvSpPr>
          <p:cNvPr id="8" name="Text 6"/>
          <p:cNvSpPr txBox="1"/>
          <p:nvPr/>
        </p:nvSpPr>
        <p:spPr>
          <a:xfrm>
            <a:off x="914400"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The depthwise layers do not move, they never used the packed path. The inversion is structural to depthwise separable convolution, so it is there in MobileNet and DS-CNN alike.</a:t>
            </a:r>
            <a:endParaRPr lang="en-US" sz="1150" dirty="0"/>
          </a:p>
        </p:txBody>
      </p:sp>
      <p:sp>
        <p:nvSpPr>
          <p:cNvPr id="9" name="Shape 7"/>
          <p:cNvSpPr/>
          <p:nvPr/>
        </p:nvSpPr>
        <p:spPr>
          <a:xfrm>
            <a:off x="4352544" y="2487168"/>
            <a:ext cx="3456432" cy="2286000"/>
          </a:xfrm>
          <a:prstGeom prst="roundRect">
            <a:avLst>
              <a:gd name="adj" fmla="val 4000"/>
            </a:avLst>
          </a:prstGeom>
          <a:solidFill>
            <a:srgbClr val="27306E"/>
          </a:solidFill>
          <a:ln/>
        </p:spPr>
      </p:sp>
      <p:sp>
        <p:nvSpPr>
          <p:cNvPr id="10" name="Text 8"/>
          <p:cNvSpPr txBox="1"/>
          <p:nvPr/>
        </p:nvSpPr>
        <p:spPr>
          <a:xfrm>
            <a:off x="4626864"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Double every cycle count</a:t>
            </a:r>
            <a:endParaRPr lang="en-US" sz="1500" dirty="0"/>
          </a:p>
        </p:txBody>
      </p:sp>
      <p:sp>
        <p:nvSpPr>
          <p:cNvPr id="11" name="Text 9"/>
          <p:cNvSpPr txBox="1"/>
          <p:nvPr/>
        </p:nvSpPr>
        <p:spPr>
          <a:xfrm>
            <a:off x="4626864"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A slower clock or a thermal throttle changes whether the deadline is met, never which configuration is cheapest.</a:t>
            </a:r>
            <a:endParaRPr lang="en-US" sz="1150" dirty="0"/>
          </a:p>
        </p:txBody>
      </p:sp>
      <p:sp>
        <p:nvSpPr>
          <p:cNvPr id="12" name="Shape 10"/>
          <p:cNvSpPr/>
          <p:nvPr/>
        </p:nvSpPr>
        <p:spPr>
          <a:xfrm>
            <a:off x="8065008" y="2487168"/>
            <a:ext cx="3456432" cy="2286000"/>
          </a:xfrm>
          <a:prstGeom prst="roundRect">
            <a:avLst>
              <a:gd name="adj" fmla="val 4000"/>
            </a:avLst>
          </a:prstGeom>
          <a:solidFill>
            <a:srgbClr val="27306E"/>
          </a:solidFill>
          <a:ln/>
        </p:spPr>
      </p:sp>
      <p:sp>
        <p:nvSpPr>
          <p:cNvPr id="13" name="Text 11"/>
          <p:cNvSpPr txBox="1"/>
          <p:nvPr/>
        </p:nvSpPr>
        <p:spPr>
          <a:xfrm>
            <a:off x="8339328"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Give depthwise a kernel that wins</a:t>
            </a:r>
            <a:endParaRPr lang="en-US" sz="1500" dirty="0"/>
          </a:p>
        </p:txBody>
      </p:sp>
      <p:sp>
        <p:nvSpPr>
          <p:cNvPr id="14" name="Text 12"/>
          <p:cNvSpPr txBox="1"/>
          <p:nvPr/>
        </p:nvSpPr>
        <p:spPr>
          <a:xfrm>
            <a:off x="8339328"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Optimum collapses to plain INT8 in ten demotions. The mixed answer lasts exactly as long as the inversion, and the controller finds the new one unprompted.</a:t>
            </a:r>
            <a:endParaRPr lang="en-US" sz="1150" dirty="0"/>
          </a:p>
        </p:txBody>
      </p:sp>
      <p:sp>
        <p:nvSpPr>
          <p:cNvPr id="15" name="Text 13"/>
          <p:cNvSpPr txBox="1"/>
          <p:nvPr/>
        </p:nvSpPr>
        <p:spPr>
          <a:xfrm>
            <a:off x="640080" y="4956048"/>
            <a:ext cx="10881360" cy="45720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To port it: swap the signal source behind one interface, the model, and the test for an interesting frame. Controller, calibration, deadline logic and weight streaming are untouched.</a:t>
            </a:r>
            <a:endParaRPr lang="en-US" sz="1300" dirty="0"/>
          </a:p>
        </p:txBody>
      </p:sp>
      <p:sp>
        <p:nvSpPr>
          <p:cNvPr id="16" name="Text 14"/>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7" name="Text 15"/>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MIT licensed   ·   builds and reproduces every number from the board alone, no external hardware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2026-09-06T17:33:24Z</dcterms:created>
  <dcterms:modified xsi:type="dcterms:W3CDTF">2026-09-06T17:33:24Z</dcterms:modified>
</cp:coreProperties>
</file>